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842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IPO Readiness Engine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842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PACE™: Your compass to IPO success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3840480"/>
            <a:ext cx="4270248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840480"/>
            <a:ext cx="4270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Powered by Real IPO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842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IPO Readiness Engine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842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PACE: Your compass to IPO success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743200" y="3840480"/>
            <a:ext cx="4270248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840480"/>
            <a:ext cx="4270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Powered by Real IPO Data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842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</a:rPr>
              <a:t>What is PACE™?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931920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Progress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Phase completion tracking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393192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Benchmarked against 500+ IPOs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3931920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Clarity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Real-time readiness insights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2468880"/>
            <a:ext cx="393192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Actionable milestone sequencing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"/>
            <a:ext cx="8842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</a:rPr>
              <a:t>What is PACE?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3931920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Progress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5257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Phase completion tracking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4846320"/>
            <a:ext cx="393192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4846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Analysis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20640" y="5257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Benchmarked against 500+ IPOs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5943600"/>
            <a:ext cx="3931920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43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Clarity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6355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Real-time readiness insights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5943600"/>
            <a:ext cx="393192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5943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6355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Actionable milestone sequencing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842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6454F"/>
                </a:solidFill>
              </a:rPr>
              <a:t>Every company IPO journey is unique. PACE personalizes yours.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E7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842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</a:rPr>
              <a:t>Stop guessing. Start benchmarking.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927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454F"/>
                </a:solidFill>
              </a:rPr>
              <a:t>IPOReady compares your PACE™ score against 500+ successful IPOs across TSX, NASDAQ, NYSE, CSE, and OTC.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</a:rPr>
              <a:t>500+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IPOs Analyzed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</a:rPr>
              <a:t>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02336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Phase Benchmarks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</a:rPr>
              <a:t>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67512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Exchanges Covered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48640"/>
            <a:ext cx="8842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</a:rPr>
              <a:t>Stop guessing. Start benchmarking.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7927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454F"/>
                </a:solidFill>
              </a:rPr>
              <a:t>IPOReady compares your PACE score against 500+ successful IPOs across TSX, NASDAQ, NYSE, CSE, and OTC.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</a:rPr>
              <a:t>500+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IPOs Analyzed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2336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Phase Benchmarks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</a:rPr>
              <a:t>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7512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Exchanges Covered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842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</a:rPr>
              <a:t>From Day 1 to IPO Day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9319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Governance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Financial Audit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39319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Legal Documentation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Compliance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1463040"/>
            <a:ext cx="39319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Prospectus Prep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057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Roadshow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2651760"/>
            <a:ext cx="39319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7. Regulatory Filing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0" y="324612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8. Trading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"/>
            <a:ext cx="8842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</a:rPr>
              <a:t>From Day 1 to IPO Day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5120640" y="1463040"/>
            <a:ext cx="39319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Governance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2057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Financial Audit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2651760"/>
            <a:ext cx="39319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Legal Documentation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324612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Compliance Review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09760" y="1463040"/>
            <a:ext cx="39319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950976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Prospectus Prep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09760" y="2057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950976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Roadshow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09760" y="2651760"/>
            <a:ext cx="39319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/>
          <p:nvPr/>
        </p:nvSpPr>
        <p:spPr>
          <a:xfrm>
            <a:off x="950976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7. Regulatory Filing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509760" y="324612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950976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8. Trading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842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Is Your Team Ready?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CFO &amp; Board assembled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Cash runway 12+ months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Auditor selected &amp; engaged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Cap table cleaned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Investor sophistication tracked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927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E795"/>
                </a:solidFill>
              </a:rPr>
              <a:t>IPOReady monitors all predictive factors to forecast your IPO timeline with 85% accuracy.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8842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Is Your Team Ready?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✓ CFO &amp; Board assembled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✓ Cash runway 12+ months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✓ Auditor selected &amp; engaged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✓ Cap table cleaned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206240"/>
            <a:ext cx="7013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✓ Investor sophistication tracked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7927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E795"/>
                </a:solidFill>
              </a:rPr>
              <a:t>IPOReady monitors all predictive factors to forecast your IPO timeline with 85% accuracy.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842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Your 14-Day Free Trial Starts Now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286000" y="2194560"/>
            <a:ext cx="5184648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194560"/>
            <a:ext cx="5184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Start Your Free Trial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842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</a:rPr>
              <a:t>ipoready.com/linkedin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927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credit card required. Full access to PACE™ scoring and benchmarking for 14 days.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842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Your 14-Day Free Trial Starts Now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286000" y="2194560"/>
            <a:ext cx="5184648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194560"/>
            <a:ext cx="5184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Start Your Free Trial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842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</a:rPr>
              <a:t>ipoready.com/linkedin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7927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credit card required. Full access to PACE scoring and benchmarking for 14 days.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2026-06-01T18:38:09Z</dcterms:created>
  <dcterms:modified xsi:type="dcterms:W3CDTF">2026-06-01T18:38:09Z</dcterms:modified>
</cp:coreProperties>
</file>