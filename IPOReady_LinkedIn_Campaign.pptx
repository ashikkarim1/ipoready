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11430000"/>
  <p:notesSz cx="11430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🚨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The IPO Readiness Problem No One Is Solving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</a:rPr>
              <a:t>LinkedIn Post 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🎯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Meet PACE™: Your IPO Progress Engine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</a:rPr>
              <a:t>LinkedIn Post 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✅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From 8 Tools to One Coordinated System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</a:rPr>
              <a:t>LinkedIn Post 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⚠️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Why Milestone Sequencing Matters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</a:rPr>
              <a:t>LinkedIn Post 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📊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Your Peer Percentile: How You Stack Up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</a:rPr>
              <a:t>LinkedIn Post 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✨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14-Day Free Trial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</a:rPr>
              <a:t>LinkedIn Post 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2026-05-31T17:06:50Z</dcterms:created>
  <dcterms:modified xsi:type="dcterms:W3CDTF">2026-05-31T17:06:50Z</dcterms:modified>
</cp:coreProperties>
</file>