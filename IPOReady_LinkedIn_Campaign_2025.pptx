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756648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6648" cy="18288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842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IPO Readiness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927848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8C8C8"/>
                </a:solidFill>
              </a:defRPr>
            </a:pPr>
            <a:r>
              <a:t>📊 92% of IPO-bound companies struggle with readiness workflows</a:t>
            </a:r>
            <a:br/>
            <a:br/>
            <a:r>
              <a:t>❌ Fragmented tools across Finance, Legal &amp; Compliance</a:t>
            </a:r>
            <a:br/>
            <a:r>
              <a:t>❌ No real-time visibility into critical deadlines</a:t>
            </a:r>
            <a:br/>
            <a:r>
              <a:t>❌ Manual tracking = delays, errors, and risk</a:t>
            </a:r>
            <a:br/>
            <a:br/>
            <a:r>
              <a:t>IPOReady centralizes everything in one intelligent 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0"/>
            <a:ext cx="79278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3C5FD"/>
                </a:solidFill>
              </a:defRPr>
            </a:pPr>
            <a:r>
              <a:t>🚀 Ready to streamline your IPO journey? Visit ipoready.com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6648" cy="13716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8422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PACE™ Framework: Your IPO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3200400" cy="2743200"/>
          </a:xfrm>
          <a:prstGeom prst="rect">
            <a:avLst/>
          </a:prstGeom>
          <a:solidFill>
            <a:srgbClr val="1E2850"/>
          </a:solidFill>
          <a:ln>
            <a:solidFill>
              <a:srgbClr val="1E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5603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2004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8C8"/>
                </a:solidFill>
              </a:defRPr>
            </a:pPr>
            <a:r>
              <a:t>Governance, Compliance,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286000"/>
            <a:ext cx="3200400" cy="2743200"/>
          </a:xfrm>
          <a:prstGeom prst="rect">
            <a:avLst/>
          </a:prstGeom>
          <a:solidFill>
            <a:srgbClr val="1E2850"/>
          </a:solidFill>
          <a:ln>
            <a:solidFill>
              <a:srgbClr val="1E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25603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2004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8C8"/>
                </a:solidFill>
              </a:defRPr>
            </a:pPr>
            <a:r>
              <a:t>KPI Tracking, Risk Management,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486400"/>
            <a:ext cx="3200400" cy="2743200"/>
          </a:xfrm>
          <a:prstGeom prst="rect">
            <a:avLst/>
          </a:prstGeom>
          <a:solidFill>
            <a:srgbClr val="1E2850"/>
          </a:solidFill>
          <a:ln>
            <a:solidFill>
              <a:srgbClr val="1E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5760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Clarity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64008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8C8"/>
                </a:solidFill>
              </a:defRPr>
            </a:pPr>
            <a:r>
              <a:t>Financial Controls, Reporting, 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5486400"/>
            <a:ext cx="3200400" cy="2743200"/>
          </a:xfrm>
          <a:prstGeom prst="rect">
            <a:avLst/>
          </a:prstGeom>
          <a:solidFill>
            <a:srgbClr val="1E2850"/>
          </a:solidFill>
          <a:ln>
            <a:solidFill>
              <a:srgbClr val="1E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760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Excellence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64008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8C8"/>
                </a:solidFill>
              </a:defRPr>
            </a:pPr>
            <a:r>
              <a:t>Market Readiness, Investor Relations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6648" cy="13716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8422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Real-Time Dashboards for Every Stakeholder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9278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8C8C8"/>
                </a:solidFill>
              </a:defRPr>
            </a:pPr>
            <a:r>
              <a:t>✅ Compliance Tracking - 100+ regulatory requirements in one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9278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8C8C8"/>
                </a:solidFill>
              </a:defRPr>
            </a:pPr>
            <a:r>
              <a:t>✅ Material Contracts Network - Interactive visualization of all critical agreements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9278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8C8C8"/>
                </a:solidFill>
              </a:defRPr>
            </a:pPr>
            <a:r>
              <a:t>✅ Financial KPI Dashboard - Budget vs. actual, runway analysis, burn rate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9278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8C8C8"/>
                </a:solidFill>
              </a:defRPr>
            </a:pPr>
            <a:r>
              <a:t>✅ Cap Table Management - Real-time dilution analysis across all funding rounds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79278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8C8C8"/>
                </a:solidFill>
              </a:defRPr>
            </a:pPr>
            <a:r>
              <a:t>✅ Document Management - Prospectus builder, version control, stakeholder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858000"/>
            <a:ext cx="79278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8C8C8"/>
                </a:solidFill>
              </a:defRPr>
            </a:pPr>
            <a:r>
              <a:t>✅ Risk Assessment - Automated alerts for critical issues and deadlines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6648" cy="13716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8422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Financial Intelligence Built for IPO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IPO Cost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8C8C8"/>
                </a:solidFill>
              </a:defRPr>
            </a:pPr>
            <a:r>
              <a:t>📈 Monthly variance tracking</a:t>
            </a:r>
            <a:br/>
            <a:r>
              <a:t>💰 Budget forecasting</a:t>
            </a:r>
            <a:br/>
            <a:r>
              <a:t>⏰ Runway analysis</a:t>
            </a:r>
            <a:br/>
            <a:r>
              <a:t>⚠️ Risk factor alerts</a:t>
            </a:r>
            <a:br/>
            <a:r>
              <a:t>📊 Burn rate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Key Metrics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5603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8C8C8"/>
                </a:solidFill>
              </a:defRPr>
            </a:pPr>
            <a:r>
              <a:t>📅 Days to IPO</a:t>
            </a:r>
            <a:br/>
            <a:r>
              <a:t>💵 Total IPO Cost Estimate</a:t>
            </a:r>
            <a:br/>
            <a:r>
              <a:t>💳 Actual Spend YTD</a:t>
            </a:r>
            <a:br/>
            <a:r>
              <a:t>📊 Budget Remaining</a:t>
            </a:r>
            <a:br/>
            <a:r>
              <a:t>🎯 Cost Per 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6648" cy="13716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8422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Compliance Made Effortless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927848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8C8C8"/>
                </a:solidFill>
              </a:defRPr>
            </a:pPr>
            <a:r>
              <a:t>🏛️ REGULATORY COVERAGE</a:t>
            </a:r>
            <a:br/>
            <a:r>
              <a:t>  • NYSE, NASDAQ, TSX, CSE compliance templates</a:t>
            </a:r>
            <a:br/>
            <a:r>
              <a:t>  • SOX 404 readiness assessment</a:t>
            </a:r>
            <a:br/>
            <a:r>
              <a:t>  • Audit committee governance checklist</a:t>
            </a:r>
            <a:br/>
            <a:br/>
            <a:r>
              <a:t>📋 COMPLIANCE AUTOMATION</a:t>
            </a:r>
            <a:br/>
            <a:r>
              <a:t>  • Interactive checklists with progress tracking</a:t>
            </a:r>
            <a:br/>
            <a:r>
              <a:t>  • Automated compliance alerts</a:t>
            </a:r>
            <a:br/>
            <a:r>
              <a:t>  • Risk categorization &amp; prioritization</a:t>
            </a:r>
            <a:br/>
            <a:br/>
            <a:r>
              <a:t>⚖️ INTELLIGENT RISK MAPPING</a:t>
            </a:r>
            <a:br/>
            <a:r>
              <a:t>  • Contract relationship visualization</a:t>
            </a:r>
            <a:br/>
            <a:r>
              <a:t>  • Critical document tracking</a:t>
            </a:r>
            <a:br/>
            <a:r>
              <a:t>  • Stakeholder accountability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828800"/>
            <a:ext cx="7013448" cy="6099048"/>
          </a:xfrm>
          <a:prstGeom prst="rect">
            <a:avLst/>
          </a:prstGeom>
          <a:solidFill>
            <a:srgbClr val="1E3278"/>
          </a:solidFill>
          <a:ln>
            <a:solidFill>
              <a:srgbClr val="1E3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70134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93C5FD"/>
                </a:solidFill>
              </a:defRPr>
            </a:pPr>
            <a:r>
              <a:t>Your IPO Success Starts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70134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C8"/>
                </a:solidFill>
              </a:defRPr>
            </a:pPr>
            <a:r>
              <a:t>✅ Reduce IPO timeline by 40%</a:t>
            </a:r>
            <a:br/>
            <a:r>
              <a:t>✅ Decrease compliance risks by 85%</a:t>
            </a:r>
            <a:br/>
            <a:r>
              <a:t>✅ Improve stakeholder alignment</a:t>
            </a:r>
            <a:br/>
            <a:r>
              <a:t>✅ Save hundreds of hours of manual work</a:t>
            </a:r>
            <a:br/>
            <a:br/>
            <a:r>
              <a:t>Join 100+ companies on their IPO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858000"/>
            <a:ext cx="7013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Visit ipoready.com or schedule a demo today</a:t>
            </a:r>
            <a:br/>
            <a:r>
              <a:t>@IPOReady_AI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