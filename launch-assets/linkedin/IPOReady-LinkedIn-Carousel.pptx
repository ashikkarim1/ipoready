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4791456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Command Center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52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Closes Deals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1D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IPOReady Launch: June 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Days Free. No Credit Card.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4791456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4400" b="1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Don't Replace Your Team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IPOReady augments your lawyers, bankers, and CFO.</a:t>
            </a:r>
            <a:endParaRPr lang="en-US" sz="1600" dirty="0"/>
          </a:p>
          <a:p>
            <a:pPr algn="l" indent="0" marL="0">
              <a:lnSpc>
                <a:spcPts val="2000"/>
              </a:lnSpc>
              <a:buNone/>
            </a:pPr>
            <a:endParaRPr lang="en-US" sz="16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add capacity. We flag risks. We push the deal across the finish line.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132320" y="3474720"/>
            <a:ext cx="1371600" cy="1371600"/>
          </a:xfrm>
          <a:prstGeom prst="ellipse">
            <a:avLst/>
          </a:prstGeom>
          <a:solidFill>
            <a:srgbClr val="C1DDD6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0" y="361188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4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4791456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Days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Free. No Credit Card.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Risk-free access to the IPO command center.</a:t>
            </a:r>
            <a:endParaRPr lang="en-US" sz="1600" dirty="0"/>
          </a:p>
          <a:p>
            <a:pPr algn="l" indent="0" marL="0">
              <a:lnSpc>
                <a:spcPts val="2200"/>
              </a:lnSpc>
              <a:buNone/>
            </a:pPr>
            <a:endParaRPr lang="en-US" sz="16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 can use IPOReady. No commitment. No risk.</a:t>
            </a:r>
            <a:endParaRPr lang="en-US" sz="1600" dirty="0"/>
          </a:p>
          <a:p>
            <a:pPr algn="l" indent="0" marL="0">
              <a:lnSpc>
                <a:spcPts val="2200"/>
              </a:lnSpc>
              <a:buNone/>
            </a:pPr>
            <a:endParaRPr lang="en-US" sz="16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 for a full month.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4791456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4400" b="1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What You Have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We'll Help You Get There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Scattered spreadsheets? Emails in three folders?</a:t>
            </a:r>
            <a:endParaRPr lang="en-US" sz="1500" dirty="0"/>
          </a:p>
          <a:p>
            <a:pPr algn="l" indent="0" marL="0">
              <a:lnSpc>
                <a:spcPts val="2000"/>
              </a:lnSpc>
              <a:buNone/>
            </a:pPr>
            <a:endParaRPr lang="en-US" sz="15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what you have. Our PACE™ score tells you exactly where you stand in the IPO workflow.</a:t>
            </a:r>
            <a:endParaRPr lang="en-US" sz="1500" dirty="0"/>
          </a:p>
          <a:p>
            <a:pPr algn="l" indent="0" marL="0">
              <a:lnSpc>
                <a:spcPts val="2000"/>
              </a:lnSpc>
              <a:buNone/>
            </a:pPr>
            <a:endParaRPr lang="en-US" sz="15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your command center in place within 3 days.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4791456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4C5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4400" b="1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 Alerts.</a:t>
            </a:r>
            <a:endParaRPr lang="en-US" sz="4400" dirty="0"/>
          </a:p>
          <a:p>
            <a:pPr algn="l" indent="0" marL="0">
              <a:lnSpc>
                <a:spcPts val="4000"/>
              </a:lnSpc>
              <a:buNone/>
            </a:pPr>
            <a:r>
              <a:rPr lang="en-US" sz="4400" b="1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Predictions.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2468880" cy="1645920"/>
          </a:xfrm>
          <a:prstGeom prst="rect">
            <a:avLst/>
          </a:prstGeom>
          <a:solidFill>
            <a:srgbClr val="C1DDD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3774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37560" y="2103120"/>
            <a:ext cx="2468880" cy="1645920"/>
          </a:xfrm>
          <a:prstGeom prst="rect">
            <a:avLst/>
          </a:prstGeom>
          <a:solidFill>
            <a:srgbClr val="C1DDD6"/>
          </a:solidFill>
          <a:ln/>
        </p:spPr>
      </p:sp>
      <p:sp>
        <p:nvSpPr>
          <p:cNvPr id="9" name="Text 7"/>
          <p:cNvSpPr/>
          <p:nvPr/>
        </p:nvSpPr>
        <p:spPr>
          <a:xfrm>
            <a:off x="3337560" y="23774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35040" y="2103120"/>
            <a:ext cx="2468880" cy="1645920"/>
          </a:xfrm>
          <a:prstGeom prst="rect">
            <a:avLst/>
          </a:prstGeom>
          <a:solidFill>
            <a:srgbClr val="C1DDD6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0" y="23774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Complexity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4791456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Flying Blind.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D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Closing.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C1D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100+ IPO teams using IPOReady to navigate the final stretch.</a:t>
            </a:r>
            <a:endParaRPr lang="en-US" sz="1600" dirty="0"/>
          </a:p>
          <a:p>
            <a:pPr algn="l" indent="0" marL="0">
              <a:lnSpc>
                <a:spcPts val="2000"/>
              </a:lnSpc>
              <a:buNone/>
            </a:pPr>
            <a:endParaRPr lang="en-US" sz="16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C1D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your free command center. Start June 4.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840480"/>
            <a:ext cx="3200400" cy="54864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8404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4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ipoready.ai →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2026-05-31T16:55:40Z</dcterms:created>
  <dcterms:modified xsi:type="dcterms:W3CDTF">2026-05-31T16:55:40Z</dcterms:modified>
</cp:coreProperties>
</file>