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37160"/>
            <a:ext cx="1472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PACE™ Score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137160" y="475488"/>
            <a:ext cx="1472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IPO Readiness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34440" y="137160"/>
            <a:ext cx="365760" cy="36576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234440" y="137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</a:rPr>
              <a:t>92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09728"/>
            <a:ext cx="1472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 Readiness is a Moving Target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82880" y="384048"/>
            <a:ext cx="138074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8 complex phases to coordinate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" y="512064"/>
            <a:ext cx="138074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Hundreds of tasks across teams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" y="640080"/>
            <a:ext cx="138074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 visibility into progress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" y="768096"/>
            <a:ext cx="138074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Unpredictable timelines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91440"/>
            <a:ext cx="1472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Phases. 1 Platform.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" y="36576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3657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" y="548640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Formation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" y="36576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3657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4632" y="548640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Audit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32104" y="36576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832104" y="3657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32104" y="548640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Legal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79576" y="36576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1179576" y="365760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79576" y="548640"/>
            <a:ext cx="3200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2C2C"/>
                </a:solidFill>
              </a:rPr>
              <a:t>Finance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" y="749808"/>
            <a:ext cx="147218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tracking. Team collaboration. Predictive insights.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C39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82880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reduced our IPO timeline by 6 weeks"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" y="475488"/>
            <a:ext cx="147218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Series B SaaS Company, TSX-listed 2025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7160" y="658368"/>
            <a:ext cx="1472184" cy="182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713232"/>
            <a:ext cx="147218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visibility. Faster execution. Real success.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64592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Accepting Beta Partners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" y="457200"/>
            <a:ext cx="147218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customers receive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138074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Exclusive pricing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" y="685800"/>
            <a:ext cx="138074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Direct platform input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" y="777240"/>
            <a:ext cx="1380744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1-on-1 support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32004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" y="2286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🚀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02920" y="164592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Launch?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411480"/>
            <a:ext cx="11064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10+ companies accelerating their IPO journey with PACE™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110642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beta access → ipoready.ai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2026-05-31T16:24:40Z</dcterms:created>
  <dcterms:modified xsi:type="dcterms:W3CDTF">2026-05-31T16:24:40Z</dcterms:modified>
</cp:coreProperties>
</file>