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74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137160"/>
            <a:ext cx="14721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IPO is 6 months behind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37160" y="475488"/>
            <a:ext cx="147218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 didn't see it coming.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109728"/>
            <a:ext cx="1472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Delays cost $2M+ per month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2880" y="411480"/>
            <a:ext cx="1380744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Legal fees still running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82880" y="521208"/>
            <a:ext cx="1380744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Investment banker retainers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2880" y="630936"/>
            <a:ext cx="1380744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Executive time (100% distracted)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" y="740664"/>
            <a:ext cx="1380744" cy="100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Team morale tanking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73152"/>
            <a:ext cx="1472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You're flying blind.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" y="292608"/>
            <a:ext cx="14721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which 200 tasks are done. Which 400 aren't. What's actually blocking you right now.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" y="621792"/>
            <a:ext cx="14721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managing IPO in emails and spreadsheets. CEO finds out delays from a board call.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137160"/>
            <a:ext cx="1472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your IPO command center.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137160" y="457200"/>
            <a:ext cx="1472184" cy="3657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530352"/>
            <a:ext cx="13807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See every task in real time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Know what's blocking you TODAY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Predict your close date (with 92% accuracy)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Move faster than everyone thought possible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91440"/>
            <a:ext cx="1472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E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results. Real companies.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" y="292608"/>
            <a:ext cx="685800" cy="5029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" y="347472"/>
            <a:ext cx="685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A1E35"/>
                </a:solidFill>
              </a:rPr>
              <a:t>6 WEEKS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37160" y="512064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A1E35"/>
                </a:solidFill>
              </a:rPr>
              <a:t>Faster to close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23544" y="292608"/>
            <a:ext cx="685800" cy="5029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23544" y="347472"/>
            <a:ext cx="685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$3M+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23544" y="512064"/>
            <a:ext cx="68580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In avoided delays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E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" y="109728"/>
            <a:ext cx="147218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IPOReady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37160" y="310896"/>
            <a:ext cx="1472184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America's #1 IPO command center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37160" y="484632"/>
            <a:ext cx="1472184" cy="2743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" y="484632"/>
            <a:ext cx="1472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E35"/>
                </a:solidFill>
              </a:rPr>
              <a:t>Beta access now open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1E35"/>
                </a:solidFill>
              </a:rPr>
              <a:t>→ ipoready.ai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2026-05-31T16:36:32Z</dcterms:created>
  <dcterms:modified xsi:type="dcterms:W3CDTF">2026-05-31T16:36:32Z</dcterms:modified>
</cp:coreProperties>
</file>